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6" r:id="rId2"/>
  </p:sldIdLst>
  <p:sldSz cx="17068800" cy="9601200"/>
  <p:notesSz cx="9926638" cy="143557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4302625" cy="718592"/>
          </a:xfrm>
          <a:prstGeom prst="rect">
            <a:avLst/>
          </a:prstGeom>
        </p:spPr>
        <p:txBody>
          <a:bodyPr vert="horz" lIns="132718" tIns="66361" rIns="132718" bIns="66361" rtlCol="0"/>
          <a:lstStyle>
            <a:lvl1pPr algn="l">
              <a:defRPr sz="16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1696" y="3"/>
            <a:ext cx="4302625" cy="718592"/>
          </a:xfrm>
          <a:prstGeom prst="rect">
            <a:avLst/>
          </a:prstGeom>
        </p:spPr>
        <p:txBody>
          <a:bodyPr vert="horz" lIns="132718" tIns="66361" rIns="132718" bIns="66361" rtlCol="0"/>
          <a:lstStyle>
            <a:lvl1pPr algn="r">
              <a:defRPr sz="1600"/>
            </a:lvl1pPr>
          </a:lstStyle>
          <a:p>
            <a:fld id="{52FD4CD9-22C7-4C7C-B21C-F718A2414194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57225" y="1795463"/>
            <a:ext cx="8612188" cy="4843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2718" tIns="66361" rIns="132718" bIns="6636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204" y="6908125"/>
            <a:ext cx="7942238" cy="5652310"/>
          </a:xfrm>
          <a:prstGeom prst="rect">
            <a:avLst/>
          </a:prstGeom>
        </p:spPr>
        <p:txBody>
          <a:bodyPr vert="horz" lIns="132718" tIns="66361" rIns="132718" bIns="66361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637172"/>
            <a:ext cx="4302625" cy="718592"/>
          </a:xfrm>
          <a:prstGeom prst="rect">
            <a:avLst/>
          </a:prstGeom>
        </p:spPr>
        <p:txBody>
          <a:bodyPr vert="horz" lIns="132718" tIns="66361" rIns="132718" bIns="66361" rtlCol="0" anchor="b"/>
          <a:lstStyle>
            <a:lvl1pPr algn="l">
              <a:defRPr sz="16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1696" y="13637172"/>
            <a:ext cx="4302625" cy="718592"/>
          </a:xfrm>
          <a:prstGeom prst="rect">
            <a:avLst/>
          </a:prstGeom>
        </p:spPr>
        <p:txBody>
          <a:bodyPr vert="horz" lIns="132718" tIns="66361" rIns="132718" bIns="66361" rtlCol="0" anchor="b"/>
          <a:lstStyle>
            <a:lvl1pPr algn="r">
              <a:defRPr sz="1600"/>
            </a:lvl1pPr>
          </a:lstStyle>
          <a:p>
            <a:fld id="{56615A5A-64E6-4EEB-849F-D3E1B3D59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691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571308"/>
            <a:ext cx="1280160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5042853"/>
            <a:ext cx="128016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950D-27D0-4BD2-BFD0-66307D4903CE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B96F-B4D8-4775-986C-9F5D4E461D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180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950D-27D0-4BD2-BFD0-66307D4903CE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B96F-B4D8-4775-986C-9F5D4E461D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147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4590" y="2393634"/>
            <a:ext cx="1472184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4590" y="6425249"/>
            <a:ext cx="1472184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950D-27D0-4BD2-BFD0-66307D4903CE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B96F-B4D8-4775-986C-9F5D4E461D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025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3480" y="2555875"/>
            <a:ext cx="7254240" cy="60918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41080" y="2555875"/>
            <a:ext cx="7254240" cy="60918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950D-27D0-4BD2-BFD0-66307D4903CE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B96F-B4D8-4775-986C-9F5D4E461D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396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3" y="511176"/>
            <a:ext cx="14721840" cy="18557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5704" y="2353628"/>
            <a:ext cx="7220902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5704" y="3507105"/>
            <a:ext cx="7220902" cy="51584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641080" y="2353628"/>
            <a:ext cx="7256463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41080" y="3507105"/>
            <a:ext cx="7256463" cy="51584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950D-27D0-4BD2-BFD0-66307D4903CE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B96F-B4D8-4775-986C-9F5D4E461D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064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950D-27D0-4BD2-BFD0-66307D4903CE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B96F-B4D8-4775-986C-9F5D4E461D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533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950D-27D0-4BD2-BFD0-66307D4903CE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B96F-B4D8-4775-986C-9F5D4E461D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26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6463" y="1382396"/>
            <a:ext cx="864108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950D-27D0-4BD2-BFD0-66307D4903CE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B96F-B4D8-4775-986C-9F5D4E461D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56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256463" y="1382396"/>
            <a:ext cx="864108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950D-27D0-4BD2-BFD0-66307D4903CE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B96F-B4D8-4775-986C-9F5D4E461D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94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950D-27D0-4BD2-BFD0-66307D4903CE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B96F-B4D8-4775-986C-9F5D4E461D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04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214860" y="511175"/>
            <a:ext cx="3680460" cy="813657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3480" y="511175"/>
            <a:ext cx="10828020" cy="813657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950D-27D0-4BD2-BFD0-66307D4903CE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B96F-B4D8-4775-986C-9F5D4E461D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191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3480" y="511176"/>
            <a:ext cx="1472184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3480" y="2555875"/>
            <a:ext cx="1472184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3480" y="8898891"/>
            <a:ext cx="384048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4950D-27D0-4BD2-BFD0-66307D4903CE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4040" y="8898891"/>
            <a:ext cx="576072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054840" y="8898891"/>
            <a:ext cx="384048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36B96F-B4D8-4775-986C-9F5D4E461D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36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280160" rtl="0" eaLnBrk="1" latinLnBrk="1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1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F0657A-E63E-4A89-0A3D-783FD8BBA5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094" y="231115"/>
            <a:ext cx="14232020" cy="2976542"/>
          </a:xfrm>
          <a:solidFill>
            <a:srgbClr val="FFC000">
              <a:alpha val="19000"/>
            </a:srgb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121920" tIns="60960" rIns="426713" bIns="60960" rtlCol="0" anchor="ctr">
            <a:normAutofit/>
          </a:bodyPr>
          <a:lstStyle/>
          <a:p>
            <a:pPr indent="-541921" algn="r">
              <a:lnSpc>
                <a:spcPts val="5927"/>
              </a:lnSpc>
            </a:pPr>
            <a:r>
              <a:rPr lang="ko-KR" altLang="en-US" sz="4000" b="1" dirty="0">
                <a:solidFill>
                  <a:srgbClr val="002060"/>
                </a:solidFill>
                <a:latin typeface="HY크리스탈M" panose="02030600000101010101" pitchFamily="18" charset="-127"/>
                <a:ea typeface="HY크리스탈M" panose="02030600000101010101" pitchFamily="18" charset="-127"/>
              </a:rPr>
              <a:t>혼자서는 아주 작은 일만 할 수 있지만</a:t>
            </a:r>
            <a:r>
              <a:rPr lang="en-US" altLang="ko-KR" sz="4000" b="1" dirty="0">
                <a:solidFill>
                  <a:srgbClr val="002060"/>
                </a:solidFill>
                <a:latin typeface="HY크리스탈M" panose="02030600000101010101" pitchFamily="18" charset="-127"/>
                <a:ea typeface="HY크리스탈M" panose="02030600000101010101" pitchFamily="18" charset="-127"/>
              </a:rPr>
              <a:t>, </a:t>
            </a:r>
            <a:br>
              <a:rPr lang="en-US" altLang="ko-KR" sz="4000" b="1" dirty="0">
                <a:solidFill>
                  <a:srgbClr val="002060"/>
                </a:solidFill>
                <a:latin typeface="HY크리스탈M" panose="02030600000101010101" pitchFamily="18" charset="-127"/>
                <a:ea typeface="HY크리스탈M" panose="02030600000101010101" pitchFamily="18" charset="-127"/>
              </a:rPr>
            </a:br>
            <a:r>
              <a:rPr lang="ko-KR" altLang="en-US" sz="4000" b="1" dirty="0" err="1">
                <a:solidFill>
                  <a:srgbClr val="002060"/>
                </a:solidFill>
                <a:latin typeface="HY크리스탈M" panose="02030600000101010101" pitchFamily="18" charset="-127"/>
                <a:ea typeface="HY크리스탈M" panose="02030600000101010101" pitchFamily="18" charset="-127"/>
              </a:rPr>
              <a:t>함께라면</a:t>
            </a:r>
            <a:r>
              <a:rPr lang="ko-KR" altLang="en-US" sz="4000" b="1" dirty="0">
                <a:solidFill>
                  <a:srgbClr val="002060"/>
                </a:solidFill>
                <a:latin typeface="HY크리스탈M" panose="02030600000101010101" pitchFamily="18" charset="-127"/>
                <a:ea typeface="HY크리스탈M" panose="02030600000101010101" pitchFamily="18" charset="-127"/>
              </a:rPr>
              <a:t> 아주 많은 것을 이룰 수 있습니다</a:t>
            </a:r>
            <a:r>
              <a:rPr lang="en-US" altLang="ko-KR" sz="4000" b="1" dirty="0">
                <a:solidFill>
                  <a:srgbClr val="002060"/>
                </a:solidFill>
                <a:latin typeface="HY크리스탈M" panose="02030600000101010101" pitchFamily="18" charset="-127"/>
                <a:ea typeface="HY크리스탈M" panose="02030600000101010101" pitchFamily="18" charset="-127"/>
              </a:rPr>
              <a:t> </a:t>
            </a:r>
            <a:br>
              <a:rPr lang="en-US" altLang="ko-KR" sz="4000" b="1" dirty="0">
                <a:solidFill>
                  <a:srgbClr val="002060"/>
                </a:solidFill>
                <a:latin typeface="HY크리스탈M" panose="02030600000101010101" pitchFamily="18" charset="-127"/>
                <a:ea typeface="HY크리스탈M" panose="02030600000101010101" pitchFamily="18" charset="-127"/>
              </a:rPr>
            </a:br>
            <a:r>
              <a:rPr lang="en-US" altLang="ko-KR" sz="4000" b="1" dirty="0">
                <a:solidFill>
                  <a:srgbClr val="002060"/>
                </a:solidFill>
                <a:latin typeface="HY크리스탈M" panose="02030600000101010101" pitchFamily="18" charset="-127"/>
                <a:ea typeface="HY크리스탈M" panose="02030600000101010101" pitchFamily="18" charset="-127"/>
              </a:rPr>
              <a:t>- </a:t>
            </a:r>
            <a:r>
              <a:rPr lang="ko-KR" altLang="en-US" sz="4000" b="1" dirty="0">
                <a:solidFill>
                  <a:srgbClr val="002060"/>
                </a:solidFill>
                <a:latin typeface="HY크리스탈M" panose="02030600000101010101" pitchFamily="18" charset="-127"/>
                <a:ea typeface="HY크리스탈M" panose="02030600000101010101" pitchFamily="18" charset="-127"/>
              </a:rPr>
              <a:t>헬렌 </a:t>
            </a:r>
            <a:r>
              <a:rPr lang="ko-KR" altLang="en-US" sz="4000" b="1" dirty="0" err="1">
                <a:solidFill>
                  <a:srgbClr val="002060"/>
                </a:solidFill>
                <a:latin typeface="HY크리스탈M" panose="02030600000101010101" pitchFamily="18" charset="-127"/>
                <a:ea typeface="HY크리스탈M" panose="02030600000101010101" pitchFamily="18" charset="-127"/>
              </a:rPr>
              <a:t>켈러</a:t>
            </a:r>
            <a:endParaRPr lang="ko-KR" altLang="en-US" sz="4000" b="1" dirty="0">
              <a:solidFill>
                <a:srgbClr val="002060"/>
              </a:solidFill>
              <a:latin typeface="HY크리스탈M" panose="02030600000101010101" pitchFamily="18" charset="-127"/>
              <a:ea typeface="HY크리스탈M" panose="02030600000101010101" pitchFamily="18" charset="-127"/>
            </a:endParaRPr>
          </a:p>
        </p:txBody>
      </p:sp>
      <p:pic>
        <p:nvPicPr>
          <p:cNvPr id="1028" name="Picture 4" descr="동료들 사진 - 무료 고품질 사진 다운로드 | Freepik">
            <a:extLst>
              <a:ext uri="{FF2B5EF4-FFF2-40B4-BE49-F238E27FC236}">
                <a16:creationId xmlns:a16="http://schemas.microsoft.com/office/drawing/2014/main" id="{6B4853AB-F8B7-5A3A-42AC-D0B00A4447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522"/>
          <a:stretch>
            <a:fillRect/>
          </a:stretch>
        </p:blipFill>
        <p:spPr bwMode="auto">
          <a:xfrm>
            <a:off x="958800" y="552883"/>
            <a:ext cx="3325750" cy="233300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88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258</TotalTime>
  <Words>20</Words>
  <Application>Microsoft Office PowerPoint</Application>
  <PresentationFormat>사용자 지정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HY크리스탈M</vt:lpstr>
      <vt:lpstr>맑은 고딕</vt:lpstr>
      <vt:lpstr>Aptos</vt:lpstr>
      <vt:lpstr>Aptos Display</vt:lpstr>
      <vt:lpstr>Arial</vt:lpstr>
      <vt:lpstr>Office 테마</vt:lpstr>
      <vt:lpstr>혼자서는 아주 작은 일만 할 수 있지만,  함께라면 아주 많은 것을 이룰 수 있습니다  - 헬렌 켈러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김승민</dc:creator>
  <cp:lastModifiedBy>김승민</cp:lastModifiedBy>
  <cp:revision>5</cp:revision>
  <cp:lastPrinted>2026-01-02T02:15:28Z</cp:lastPrinted>
  <dcterms:created xsi:type="dcterms:W3CDTF">2026-01-02T00:57:25Z</dcterms:created>
  <dcterms:modified xsi:type="dcterms:W3CDTF">2026-01-27T03:30:34Z</dcterms:modified>
</cp:coreProperties>
</file>