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3840163" cy="2879725"/>
  <p:notesSz cx="7099300" cy="10234613"/>
  <p:defaultTextStyle>
    <a:defPPr>
      <a:defRPr lang="en-US"/>
    </a:defPPr>
    <a:lvl1pPr marL="0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23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46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70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92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116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139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62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186" algn="l" defTabSz="45702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1" autoAdjust="0"/>
    <p:restoredTop sz="94660"/>
  </p:normalViewPr>
  <p:slideViewPr>
    <p:cSldViewPr snapToGrid="0" snapToObjects="1">
      <p:cViewPr varScale="1">
        <p:scale>
          <a:sx n="244" d="100"/>
          <a:sy n="244" d="100"/>
        </p:scale>
        <p:origin x="1134" y="186"/>
      </p:cViewPr>
      <p:guideLst>
        <p:guide orient="horz" pos="2160"/>
        <p:guide pos="7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137" cy="512304"/>
          </a:xfrm>
          <a:prstGeom prst="rect">
            <a:avLst/>
          </a:prstGeom>
        </p:spPr>
        <p:txBody>
          <a:bodyPr vert="horz" lIns="94766" tIns="47383" rIns="94766" bIns="4738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0506" y="0"/>
            <a:ext cx="3077137" cy="512304"/>
          </a:xfrm>
          <a:prstGeom prst="rect">
            <a:avLst/>
          </a:prstGeom>
        </p:spPr>
        <p:txBody>
          <a:bodyPr vert="horz" lIns="94766" tIns="47383" rIns="94766" bIns="47383" rtlCol="0"/>
          <a:lstStyle>
            <a:lvl1pPr algn="r">
              <a:defRPr sz="1200"/>
            </a:lvl1pPr>
          </a:lstStyle>
          <a:p>
            <a:fld id="{A0F1D929-6F41-4896-A3A6-A14F48EB6E58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6" tIns="47383" rIns="94766" bIns="4738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599" y="4924990"/>
            <a:ext cx="5680103" cy="4029684"/>
          </a:xfrm>
          <a:prstGeom prst="rect">
            <a:avLst/>
          </a:prstGeom>
        </p:spPr>
        <p:txBody>
          <a:bodyPr vert="horz" lIns="94766" tIns="47383" rIns="94766" bIns="4738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309"/>
            <a:ext cx="3077137" cy="512304"/>
          </a:xfrm>
          <a:prstGeom prst="rect">
            <a:avLst/>
          </a:prstGeom>
        </p:spPr>
        <p:txBody>
          <a:bodyPr vert="horz" lIns="94766" tIns="47383" rIns="94766" bIns="4738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0506" y="9722309"/>
            <a:ext cx="3077137" cy="512304"/>
          </a:xfrm>
          <a:prstGeom prst="rect">
            <a:avLst/>
          </a:prstGeom>
        </p:spPr>
        <p:txBody>
          <a:bodyPr vert="horz" lIns="94766" tIns="47383" rIns="94766" bIns="47383" rtlCol="0" anchor="b"/>
          <a:lstStyle>
            <a:lvl1pPr algn="r">
              <a:defRPr sz="1200"/>
            </a:lvl1pPr>
          </a:lstStyle>
          <a:p>
            <a:fld id="{655C253D-7BAA-47BA-A362-F8306D08F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5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23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46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70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92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116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139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62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186" algn="l" defTabSz="9140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C253D-7BAA-47BA-A362-F8306D08F81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16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212" y="2130426"/>
            <a:ext cx="209907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425" y="3886200"/>
            <a:ext cx="172865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6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70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93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17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40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64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87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3" y="4406903"/>
            <a:ext cx="2099078" cy="1362075"/>
          </a:xfrm>
        </p:spPr>
        <p:txBody>
          <a:bodyPr anchor="t"/>
          <a:lstStyle>
            <a:lvl1pPr algn="l">
              <a:defRPr sz="108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073" y="2906715"/>
            <a:ext cx="2099078" cy="1500187"/>
          </a:xfrm>
        </p:spPr>
        <p:txBody>
          <a:bodyPr anchor="b"/>
          <a:lstStyle>
            <a:lvl1pPr marL="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1pPr>
            <a:lvl2pPr marL="123490" indent="0">
              <a:buNone/>
              <a:defRPr sz="486">
                <a:solidFill>
                  <a:schemeClr val="tx1">
                    <a:tint val="75000"/>
                  </a:schemeClr>
                </a:solidFill>
              </a:defRPr>
            </a:lvl2pPr>
            <a:lvl3pPr marL="246979" indent="0">
              <a:buNone/>
              <a:defRPr sz="432">
                <a:solidFill>
                  <a:schemeClr val="tx1">
                    <a:tint val="75000"/>
                  </a:schemeClr>
                </a:solidFill>
              </a:defRPr>
            </a:lvl3pPr>
            <a:lvl4pPr marL="370469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4pPr>
            <a:lvl5pPr marL="493959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5pPr>
            <a:lvl6pPr marL="617449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6pPr>
            <a:lvl7pPr marL="740938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7pPr>
            <a:lvl8pPr marL="864428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8pPr>
            <a:lvl9pPr marL="987918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477" y="1600201"/>
            <a:ext cx="1090697" cy="4525963"/>
          </a:xfrm>
        </p:spPr>
        <p:txBody>
          <a:bodyPr/>
          <a:lstStyle>
            <a:lvl1pPr>
              <a:defRPr sz="756"/>
            </a:lvl1pPr>
            <a:lvl2pPr>
              <a:defRPr sz="648"/>
            </a:lvl2pPr>
            <a:lvl3pPr>
              <a:defRPr sz="540"/>
            </a:lvl3pPr>
            <a:lvl4pPr>
              <a:defRPr sz="486"/>
            </a:lvl4pPr>
            <a:lvl5pPr>
              <a:defRPr sz="486"/>
            </a:lvl5pPr>
            <a:lvl6pPr>
              <a:defRPr sz="486"/>
            </a:lvl6pPr>
            <a:lvl7pPr>
              <a:defRPr sz="486"/>
            </a:lvl7pPr>
            <a:lvl8pPr>
              <a:defRPr sz="486"/>
            </a:lvl8pPr>
            <a:lvl9pPr>
              <a:defRPr sz="4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5333" y="1600201"/>
            <a:ext cx="1090697" cy="4525963"/>
          </a:xfrm>
        </p:spPr>
        <p:txBody>
          <a:bodyPr/>
          <a:lstStyle>
            <a:lvl1pPr>
              <a:defRPr sz="756"/>
            </a:lvl1pPr>
            <a:lvl2pPr>
              <a:defRPr sz="648"/>
            </a:lvl2pPr>
            <a:lvl3pPr>
              <a:defRPr sz="540"/>
            </a:lvl3pPr>
            <a:lvl4pPr>
              <a:defRPr sz="486"/>
            </a:lvl4pPr>
            <a:lvl5pPr>
              <a:defRPr sz="486"/>
            </a:lvl5pPr>
            <a:lvl6pPr>
              <a:defRPr sz="486"/>
            </a:lvl6pPr>
            <a:lvl7pPr>
              <a:defRPr sz="486"/>
            </a:lvl7pPr>
            <a:lvl8pPr>
              <a:defRPr sz="486"/>
            </a:lvl8pPr>
            <a:lvl9pPr>
              <a:defRPr sz="4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475" y="1535113"/>
            <a:ext cx="1091126" cy="639762"/>
          </a:xfrm>
        </p:spPr>
        <p:txBody>
          <a:bodyPr anchor="b"/>
          <a:lstStyle>
            <a:lvl1pPr marL="0" indent="0">
              <a:buNone/>
              <a:defRPr sz="648" b="1"/>
            </a:lvl1pPr>
            <a:lvl2pPr marL="123490" indent="0">
              <a:buNone/>
              <a:defRPr sz="540" b="1"/>
            </a:lvl2pPr>
            <a:lvl3pPr marL="246979" indent="0">
              <a:buNone/>
              <a:defRPr sz="486" b="1"/>
            </a:lvl3pPr>
            <a:lvl4pPr marL="370469" indent="0">
              <a:buNone/>
              <a:defRPr sz="432" b="1"/>
            </a:lvl4pPr>
            <a:lvl5pPr marL="493959" indent="0">
              <a:buNone/>
              <a:defRPr sz="432" b="1"/>
            </a:lvl5pPr>
            <a:lvl6pPr marL="617449" indent="0">
              <a:buNone/>
              <a:defRPr sz="432" b="1"/>
            </a:lvl6pPr>
            <a:lvl7pPr marL="740938" indent="0">
              <a:buNone/>
              <a:defRPr sz="432" b="1"/>
            </a:lvl7pPr>
            <a:lvl8pPr marL="864428" indent="0">
              <a:buNone/>
              <a:defRPr sz="432" b="1"/>
            </a:lvl8pPr>
            <a:lvl9pPr marL="987918" indent="0">
              <a:buNone/>
              <a:defRPr sz="4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75" y="2174875"/>
            <a:ext cx="1091126" cy="3951288"/>
          </a:xfrm>
        </p:spPr>
        <p:txBody>
          <a:bodyPr/>
          <a:lstStyle>
            <a:lvl1pPr>
              <a:defRPr sz="648"/>
            </a:lvl1pPr>
            <a:lvl2pPr>
              <a:defRPr sz="540"/>
            </a:lvl2pPr>
            <a:lvl3pPr>
              <a:defRPr sz="486"/>
            </a:lvl3pPr>
            <a:lvl4pPr>
              <a:defRPr sz="432"/>
            </a:lvl4pPr>
            <a:lvl5pPr>
              <a:defRPr sz="432"/>
            </a:lvl5pPr>
            <a:lvl6pPr>
              <a:defRPr sz="432"/>
            </a:lvl6pPr>
            <a:lvl7pPr>
              <a:defRPr sz="432"/>
            </a:lvl7pPr>
            <a:lvl8pPr>
              <a:defRPr sz="432"/>
            </a:lvl8pPr>
            <a:lvl9pPr>
              <a:defRPr sz="4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54475" y="1535113"/>
            <a:ext cx="1091555" cy="639762"/>
          </a:xfrm>
        </p:spPr>
        <p:txBody>
          <a:bodyPr anchor="b"/>
          <a:lstStyle>
            <a:lvl1pPr marL="0" indent="0">
              <a:buNone/>
              <a:defRPr sz="648" b="1"/>
            </a:lvl1pPr>
            <a:lvl2pPr marL="123490" indent="0">
              <a:buNone/>
              <a:defRPr sz="540" b="1"/>
            </a:lvl2pPr>
            <a:lvl3pPr marL="246979" indent="0">
              <a:buNone/>
              <a:defRPr sz="486" b="1"/>
            </a:lvl3pPr>
            <a:lvl4pPr marL="370469" indent="0">
              <a:buNone/>
              <a:defRPr sz="432" b="1"/>
            </a:lvl4pPr>
            <a:lvl5pPr marL="493959" indent="0">
              <a:buNone/>
              <a:defRPr sz="432" b="1"/>
            </a:lvl5pPr>
            <a:lvl6pPr marL="617449" indent="0">
              <a:buNone/>
              <a:defRPr sz="432" b="1"/>
            </a:lvl6pPr>
            <a:lvl7pPr marL="740938" indent="0">
              <a:buNone/>
              <a:defRPr sz="432" b="1"/>
            </a:lvl7pPr>
            <a:lvl8pPr marL="864428" indent="0">
              <a:buNone/>
              <a:defRPr sz="432" b="1"/>
            </a:lvl8pPr>
            <a:lvl9pPr marL="987918" indent="0">
              <a:buNone/>
              <a:defRPr sz="4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54475" y="2174875"/>
            <a:ext cx="1091555" cy="3951288"/>
          </a:xfrm>
        </p:spPr>
        <p:txBody>
          <a:bodyPr/>
          <a:lstStyle>
            <a:lvl1pPr>
              <a:defRPr sz="648"/>
            </a:lvl1pPr>
            <a:lvl2pPr>
              <a:defRPr sz="540"/>
            </a:lvl2pPr>
            <a:lvl3pPr>
              <a:defRPr sz="486"/>
            </a:lvl3pPr>
            <a:lvl4pPr>
              <a:defRPr sz="432"/>
            </a:lvl4pPr>
            <a:lvl5pPr>
              <a:defRPr sz="432"/>
            </a:lvl5pPr>
            <a:lvl6pPr>
              <a:defRPr sz="432"/>
            </a:lvl6pPr>
            <a:lvl7pPr>
              <a:defRPr sz="432"/>
            </a:lvl7pPr>
            <a:lvl8pPr>
              <a:defRPr sz="432"/>
            </a:lvl8pPr>
            <a:lvl9pPr>
              <a:defRPr sz="4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" y="273050"/>
            <a:ext cx="812449" cy="1162050"/>
          </a:xfrm>
        </p:spPr>
        <p:txBody>
          <a:bodyPr anchor="b"/>
          <a:lstStyle>
            <a:lvl1pPr algn="l">
              <a:defRPr sz="54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509" y="273053"/>
            <a:ext cx="1380521" cy="5853113"/>
          </a:xfrm>
        </p:spPr>
        <p:txBody>
          <a:bodyPr/>
          <a:lstStyle>
            <a:lvl1pPr>
              <a:defRPr sz="864"/>
            </a:lvl1pPr>
            <a:lvl2pPr>
              <a:defRPr sz="756"/>
            </a:lvl2pPr>
            <a:lvl3pPr>
              <a:defRPr sz="648"/>
            </a:lvl3pPr>
            <a:lvl4pPr>
              <a:defRPr sz="540"/>
            </a:lvl4pPr>
            <a:lvl5pPr>
              <a:defRPr sz="540"/>
            </a:lvl5pPr>
            <a:lvl6pPr>
              <a:defRPr sz="540"/>
            </a:lvl6pPr>
            <a:lvl7pPr>
              <a:defRPr sz="540"/>
            </a:lvl7pPr>
            <a:lvl8pPr>
              <a:defRPr sz="540"/>
            </a:lvl8pPr>
            <a:lvl9pPr>
              <a:defRPr sz="5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78" y="1435103"/>
            <a:ext cx="812449" cy="4691063"/>
          </a:xfrm>
        </p:spPr>
        <p:txBody>
          <a:bodyPr/>
          <a:lstStyle>
            <a:lvl1pPr marL="0" indent="0">
              <a:buNone/>
              <a:defRPr sz="378"/>
            </a:lvl1pPr>
            <a:lvl2pPr marL="123490" indent="0">
              <a:buNone/>
              <a:defRPr sz="324"/>
            </a:lvl2pPr>
            <a:lvl3pPr marL="246979" indent="0">
              <a:buNone/>
              <a:defRPr sz="270"/>
            </a:lvl3pPr>
            <a:lvl4pPr marL="370469" indent="0">
              <a:buNone/>
              <a:defRPr sz="243"/>
            </a:lvl4pPr>
            <a:lvl5pPr marL="493959" indent="0">
              <a:buNone/>
              <a:defRPr sz="243"/>
            </a:lvl5pPr>
            <a:lvl6pPr marL="617449" indent="0">
              <a:buNone/>
              <a:defRPr sz="243"/>
            </a:lvl6pPr>
            <a:lvl7pPr marL="740938" indent="0">
              <a:buNone/>
              <a:defRPr sz="243"/>
            </a:lvl7pPr>
            <a:lvl8pPr marL="864428" indent="0">
              <a:buNone/>
              <a:defRPr sz="243"/>
            </a:lvl8pPr>
            <a:lvl9pPr marL="987918" indent="0">
              <a:buNone/>
              <a:defRPr sz="2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40" y="4800600"/>
            <a:ext cx="1481702" cy="566738"/>
          </a:xfrm>
        </p:spPr>
        <p:txBody>
          <a:bodyPr anchor="b"/>
          <a:lstStyle>
            <a:lvl1pPr algn="l">
              <a:defRPr sz="54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4040" y="612775"/>
            <a:ext cx="1481702" cy="4114800"/>
          </a:xfrm>
        </p:spPr>
        <p:txBody>
          <a:bodyPr/>
          <a:lstStyle>
            <a:lvl1pPr marL="0" indent="0">
              <a:buNone/>
              <a:defRPr sz="864"/>
            </a:lvl1pPr>
            <a:lvl2pPr marL="123490" indent="0">
              <a:buNone/>
              <a:defRPr sz="756"/>
            </a:lvl2pPr>
            <a:lvl3pPr marL="246979" indent="0">
              <a:buNone/>
              <a:defRPr sz="648"/>
            </a:lvl3pPr>
            <a:lvl4pPr marL="370469" indent="0">
              <a:buNone/>
              <a:defRPr sz="540"/>
            </a:lvl4pPr>
            <a:lvl5pPr marL="493959" indent="0">
              <a:buNone/>
              <a:defRPr sz="540"/>
            </a:lvl5pPr>
            <a:lvl6pPr marL="617449" indent="0">
              <a:buNone/>
              <a:defRPr sz="540"/>
            </a:lvl6pPr>
            <a:lvl7pPr marL="740938" indent="0">
              <a:buNone/>
              <a:defRPr sz="540"/>
            </a:lvl7pPr>
            <a:lvl8pPr marL="864428" indent="0">
              <a:buNone/>
              <a:defRPr sz="540"/>
            </a:lvl8pPr>
            <a:lvl9pPr marL="987918" indent="0">
              <a:buNone/>
              <a:defRPr sz="54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040" y="5367338"/>
            <a:ext cx="1481702" cy="804862"/>
          </a:xfrm>
        </p:spPr>
        <p:txBody>
          <a:bodyPr/>
          <a:lstStyle>
            <a:lvl1pPr marL="0" indent="0">
              <a:buNone/>
              <a:defRPr sz="378"/>
            </a:lvl1pPr>
            <a:lvl2pPr marL="123490" indent="0">
              <a:buNone/>
              <a:defRPr sz="324"/>
            </a:lvl2pPr>
            <a:lvl3pPr marL="246979" indent="0">
              <a:buNone/>
              <a:defRPr sz="270"/>
            </a:lvl3pPr>
            <a:lvl4pPr marL="370469" indent="0">
              <a:buNone/>
              <a:defRPr sz="243"/>
            </a:lvl4pPr>
            <a:lvl5pPr marL="493959" indent="0">
              <a:buNone/>
              <a:defRPr sz="243"/>
            </a:lvl5pPr>
            <a:lvl6pPr marL="617449" indent="0">
              <a:buNone/>
              <a:defRPr sz="243"/>
            </a:lvl6pPr>
            <a:lvl7pPr marL="740938" indent="0">
              <a:buNone/>
              <a:defRPr sz="243"/>
            </a:lvl7pPr>
            <a:lvl8pPr marL="864428" indent="0">
              <a:buNone/>
              <a:defRPr sz="243"/>
            </a:lvl8pPr>
            <a:lvl9pPr marL="987918" indent="0">
              <a:buNone/>
              <a:defRPr sz="2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90390" y="274639"/>
            <a:ext cx="555638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475" y="274639"/>
            <a:ext cx="162575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476" y="274638"/>
            <a:ext cx="22225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476" y="1600201"/>
            <a:ext cx="222255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476" y="6356351"/>
            <a:ext cx="57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3748" y="6356351"/>
            <a:ext cx="78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69813" y="6356351"/>
            <a:ext cx="57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3490" rtl="0" eaLnBrk="1" latinLnBrk="0" hangingPunct="1">
        <a:spcBef>
          <a:spcPct val="0"/>
        </a:spcBef>
        <a:buNone/>
        <a:defRPr sz="11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617" indent="-92617" algn="l" defTabSz="123490" rtl="0" eaLnBrk="1" latinLnBrk="0" hangingPunct="1">
        <a:spcBef>
          <a:spcPct val="20000"/>
        </a:spcBef>
        <a:buFont typeface="Arial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00671" indent="-77181" algn="l" defTabSz="123490" rtl="0" eaLnBrk="1" latinLnBrk="0" hangingPunct="1">
        <a:spcBef>
          <a:spcPct val="20000"/>
        </a:spcBef>
        <a:buFont typeface="Arial"/>
        <a:buChar char="–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08724" indent="-61745" algn="l" defTabSz="123490" rtl="0" eaLnBrk="1" latinLnBrk="0" hangingPunct="1">
        <a:spcBef>
          <a:spcPct val="20000"/>
        </a:spcBef>
        <a:buFont typeface="Arial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3pPr>
      <a:lvl4pPr marL="432214" indent="-61745" algn="l" defTabSz="123490" rtl="0" eaLnBrk="1" latinLnBrk="0" hangingPunct="1">
        <a:spcBef>
          <a:spcPct val="20000"/>
        </a:spcBef>
        <a:buFont typeface="Arial"/>
        <a:buChar char="–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55704" indent="-61745" algn="l" defTabSz="123490" rtl="0" eaLnBrk="1" latinLnBrk="0" hangingPunct="1">
        <a:spcBef>
          <a:spcPct val="20000"/>
        </a:spcBef>
        <a:buFont typeface="Arial"/>
        <a:buChar char="»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79193" indent="-61745" algn="l" defTabSz="123490" rtl="0" eaLnBrk="1" latinLnBrk="0" hangingPunct="1">
        <a:spcBef>
          <a:spcPct val="20000"/>
        </a:spcBef>
        <a:buFont typeface="Arial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02683" indent="-61745" algn="l" defTabSz="123490" rtl="0" eaLnBrk="1" latinLnBrk="0" hangingPunct="1">
        <a:spcBef>
          <a:spcPct val="20000"/>
        </a:spcBef>
        <a:buFont typeface="Arial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26173" indent="-61745" algn="l" defTabSz="123490" rtl="0" eaLnBrk="1" latinLnBrk="0" hangingPunct="1">
        <a:spcBef>
          <a:spcPct val="20000"/>
        </a:spcBef>
        <a:buFont typeface="Arial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49663" indent="-61745" algn="l" defTabSz="123490" rtl="0" eaLnBrk="1" latinLnBrk="0" hangingPunct="1">
        <a:spcBef>
          <a:spcPct val="20000"/>
        </a:spcBef>
        <a:buFont typeface="Arial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1pPr>
      <a:lvl2pPr marL="123490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2pPr>
      <a:lvl3pPr marL="246979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3pPr>
      <a:lvl4pPr marL="370469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4pPr>
      <a:lvl5pPr marL="493959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5pPr>
      <a:lvl6pPr marL="617449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6pPr>
      <a:lvl7pPr marL="740938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7pPr>
      <a:lvl8pPr marL="864428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8pPr>
      <a:lvl9pPr marL="987918" algn="l" defTabSz="123490" rtl="0" eaLnBrk="1" latinLnBrk="0" hangingPunct="1">
        <a:defRPr sz="4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DDE0"/>
            </a:gs>
            <a:gs pos="100000">
              <a:srgbClr val="F4ECF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66FA085D-F7BF-0426-4D3D-7E05A710D6CD}"/>
              </a:ext>
            </a:extLst>
          </p:cNvPr>
          <p:cNvGrpSpPr/>
          <p:nvPr/>
        </p:nvGrpSpPr>
        <p:grpSpPr>
          <a:xfrm>
            <a:off x="54717" y="76313"/>
            <a:ext cx="3744226" cy="808501"/>
            <a:chOff x="0" y="1051001"/>
            <a:chExt cx="3835167" cy="773579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B9F4D20-3EFF-C33A-3746-9DA2753C5DE3}"/>
                </a:ext>
              </a:extLst>
            </p:cNvPr>
            <p:cNvSpPr/>
            <p:nvPr/>
          </p:nvSpPr>
          <p:spPr>
            <a:xfrm>
              <a:off x="0" y="1051001"/>
              <a:ext cx="3835167" cy="7735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86"/>
            </a:p>
          </p:txBody>
        </p:sp>
        <p:pic>
          <p:nvPicPr>
            <p:cNvPr id="16" name="Picture 2" descr="image_10.jpg">
              <a:extLst>
                <a:ext uri="{FF2B5EF4-FFF2-40B4-BE49-F238E27FC236}">
                  <a16:creationId xmlns:a16="http://schemas.microsoft.com/office/drawing/2014/main" id="{E30A1A1E-5AE3-B3C5-86AB-97538FE5E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97021" y="1082979"/>
              <a:ext cx="1131774" cy="71376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1C661B-EDA4-20F0-BF13-AF046C73C935}"/>
                </a:ext>
              </a:extLst>
            </p:cNvPr>
            <p:cNvSpPr txBox="1"/>
            <p:nvPr/>
          </p:nvSpPr>
          <p:spPr>
            <a:xfrm>
              <a:off x="1325815" y="1148226"/>
              <a:ext cx="2417327" cy="549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4000">
                  <a:latin typeface="HY크리스탈M"/>
                </a:defRPr>
              </a:pPr>
              <a:r>
                <a:rPr sz="1080" dirty="0" err="1"/>
                <a:t>어제와</a:t>
              </a:r>
              <a:r>
                <a:rPr sz="1080" dirty="0"/>
                <a:t> </a:t>
              </a:r>
              <a:r>
                <a:rPr sz="1080" dirty="0" err="1"/>
                <a:t>똑같이</a:t>
              </a:r>
              <a:r>
                <a:rPr sz="1080" dirty="0"/>
                <a:t> </a:t>
              </a:r>
              <a:r>
                <a:rPr sz="1080" dirty="0" err="1"/>
                <a:t>살면서</a:t>
              </a:r>
              <a:r>
                <a:rPr sz="1080" dirty="0"/>
                <a:t> </a:t>
              </a:r>
              <a:r>
                <a:rPr sz="1080" dirty="0" err="1"/>
                <a:t>다른</a:t>
              </a:r>
              <a:r>
                <a:rPr sz="1080" dirty="0"/>
                <a:t> </a:t>
              </a:r>
              <a:r>
                <a:rPr sz="1080" dirty="0" err="1"/>
                <a:t>미래를</a:t>
              </a:r>
              <a:r>
                <a:rPr sz="1080" dirty="0"/>
                <a:t> </a:t>
              </a:r>
              <a:endParaRPr lang="en-US" sz="1080" dirty="0"/>
            </a:p>
            <a:p>
              <a:pPr algn="l">
                <a:defRPr sz="4000">
                  <a:latin typeface="HY크리스탈M"/>
                </a:defRPr>
              </a:pPr>
              <a:r>
                <a:rPr sz="1080" dirty="0" err="1"/>
                <a:t>기대하는</a:t>
              </a:r>
              <a:r>
                <a:rPr sz="1080" dirty="0"/>
                <a:t> </a:t>
              </a:r>
              <a:r>
                <a:rPr sz="1080" dirty="0" err="1"/>
                <a:t>것은</a:t>
              </a:r>
              <a:r>
                <a:rPr sz="1080" dirty="0"/>
                <a:t> </a:t>
              </a:r>
              <a:r>
                <a:rPr sz="1080" dirty="0" err="1"/>
                <a:t>정신병</a:t>
              </a:r>
              <a:r>
                <a:rPr sz="1080" dirty="0"/>
                <a:t> </a:t>
              </a:r>
              <a:r>
                <a:rPr sz="1080" dirty="0" err="1"/>
                <a:t>초기</a:t>
              </a:r>
              <a:r>
                <a:rPr sz="1080" dirty="0"/>
                <a:t> </a:t>
              </a:r>
              <a:r>
                <a:rPr sz="1080" dirty="0" err="1"/>
                <a:t>증세다</a:t>
              </a:r>
              <a:endParaRPr sz="1080" dirty="0"/>
            </a:p>
            <a:p>
              <a:pPr algn="r">
                <a:spcBef>
                  <a:spcPts val="540"/>
                </a:spcBef>
                <a:defRPr sz="3200">
                  <a:latin typeface="HY크리스탈M"/>
                </a:defRPr>
              </a:pPr>
              <a:r>
                <a:rPr sz="864" dirty="0"/>
                <a:t>- </a:t>
              </a:r>
              <a:r>
                <a:rPr sz="864" dirty="0" err="1"/>
                <a:t>알베르트</a:t>
              </a:r>
              <a:r>
                <a:rPr sz="864" dirty="0"/>
                <a:t> </a:t>
              </a:r>
              <a:r>
                <a:rPr sz="864" dirty="0" err="1"/>
                <a:t>아인슈타인</a:t>
              </a:r>
              <a:endParaRPr sz="864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9D3E004-A827-11D9-B5AA-010716DF698C}"/>
              </a:ext>
            </a:extLst>
          </p:cNvPr>
          <p:cNvGrpSpPr/>
          <p:nvPr/>
        </p:nvGrpSpPr>
        <p:grpSpPr>
          <a:xfrm>
            <a:off x="54717" y="1019896"/>
            <a:ext cx="3744226" cy="808501"/>
            <a:chOff x="0" y="1051001"/>
            <a:chExt cx="3835167" cy="773579"/>
          </a:xfrm>
        </p:grpSpPr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1DFA7D38-3E3C-D254-DE98-458467649832}"/>
                </a:ext>
              </a:extLst>
            </p:cNvPr>
            <p:cNvSpPr/>
            <p:nvPr/>
          </p:nvSpPr>
          <p:spPr>
            <a:xfrm>
              <a:off x="0" y="1051001"/>
              <a:ext cx="3835167" cy="7735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86"/>
            </a:p>
          </p:txBody>
        </p:sp>
        <p:pic>
          <p:nvPicPr>
            <p:cNvPr id="36" name="Picture 2" descr="image_10.jpg">
              <a:extLst>
                <a:ext uri="{FF2B5EF4-FFF2-40B4-BE49-F238E27FC236}">
                  <a16:creationId xmlns:a16="http://schemas.microsoft.com/office/drawing/2014/main" id="{80E588B9-015A-C53D-7D6F-5338E6946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97021" y="1082979"/>
              <a:ext cx="1131774" cy="71376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6BEDB2-0F3D-FAAC-880D-3F60F61C62F1}"/>
                </a:ext>
              </a:extLst>
            </p:cNvPr>
            <p:cNvSpPr txBox="1"/>
            <p:nvPr/>
          </p:nvSpPr>
          <p:spPr>
            <a:xfrm>
              <a:off x="1325815" y="1148226"/>
              <a:ext cx="2417327" cy="549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4000">
                  <a:latin typeface="HY크리스탈M"/>
                </a:defRPr>
              </a:pPr>
              <a:r>
                <a:rPr sz="1080" dirty="0" err="1"/>
                <a:t>어제와</a:t>
              </a:r>
              <a:r>
                <a:rPr sz="1080" dirty="0"/>
                <a:t> </a:t>
              </a:r>
              <a:r>
                <a:rPr sz="1080" dirty="0" err="1"/>
                <a:t>똑같이</a:t>
              </a:r>
              <a:r>
                <a:rPr sz="1080" dirty="0"/>
                <a:t> </a:t>
              </a:r>
              <a:r>
                <a:rPr sz="1080" dirty="0" err="1"/>
                <a:t>살면서</a:t>
              </a:r>
              <a:r>
                <a:rPr sz="1080" dirty="0"/>
                <a:t> </a:t>
              </a:r>
              <a:r>
                <a:rPr sz="1080" dirty="0" err="1"/>
                <a:t>다른</a:t>
              </a:r>
              <a:r>
                <a:rPr sz="1080" dirty="0"/>
                <a:t> </a:t>
              </a:r>
              <a:r>
                <a:rPr sz="1080" dirty="0" err="1"/>
                <a:t>미래를</a:t>
              </a:r>
              <a:r>
                <a:rPr sz="1080" dirty="0"/>
                <a:t> </a:t>
              </a:r>
              <a:endParaRPr lang="en-US" sz="1080" dirty="0"/>
            </a:p>
            <a:p>
              <a:pPr algn="l">
                <a:defRPr sz="4000">
                  <a:latin typeface="HY크리스탈M"/>
                </a:defRPr>
              </a:pPr>
              <a:r>
                <a:rPr sz="1080" dirty="0" err="1"/>
                <a:t>기대하는</a:t>
              </a:r>
              <a:r>
                <a:rPr sz="1080" dirty="0"/>
                <a:t> </a:t>
              </a:r>
              <a:r>
                <a:rPr sz="1080" dirty="0" err="1"/>
                <a:t>것은</a:t>
              </a:r>
              <a:r>
                <a:rPr sz="1080" dirty="0"/>
                <a:t> </a:t>
              </a:r>
              <a:r>
                <a:rPr sz="1080" dirty="0" err="1"/>
                <a:t>정신병</a:t>
              </a:r>
              <a:r>
                <a:rPr sz="1080" dirty="0"/>
                <a:t> </a:t>
              </a:r>
              <a:r>
                <a:rPr sz="1080" dirty="0" err="1"/>
                <a:t>초기</a:t>
              </a:r>
              <a:r>
                <a:rPr sz="1080" dirty="0"/>
                <a:t> </a:t>
              </a:r>
              <a:r>
                <a:rPr sz="1080" dirty="0" err="1"/>
                <a:t>증세다</a:t>
              </a:r>
              <a:endParaRPr sz="1080" dirty="0"/>
            </a:p>
            <a:p>
              <a:pPr algn="r">
                <a:spcBef>
                  <a:spcPts val="540"/>
                </a:spcBef>
                <a:defRPr sz="3200">
                  <a:latin typeface="HY크리스탈M"/>
                </a:defRPr>
              </a:pPr>
              <a:r>
                <a:rPr sz="864" dirty="0"/>
                <a:t>- </a:t>
              </a:r>
              <a:r>
                <a:rPr sz="864" dirty="0" err="1"/>
                <a:t>알베르트</a:t>
              </a:r>
              <a:r>
                <a:rPr sz="864" dirty="0"/>
                <a:t> </a:t>
              </a:r>
              <a:r>
                <a:rPr sz="864" dirty="0" err="1"/>
                <a:t>아인슈타인</a:t>
              </a:r>
              <a:endParaRPr sz="864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89AC6F1-884E-3E16-D89F-15F6753C22F9}"/>
              </a:ext>
            </a:extLst>
          </p:cNvPr>
          <p:cNvGrpSpPr/>
          <p:nvPr/>
        </p:nvGrpSpPr>
        <p:grpSpPr>
          <a:xfrm>
            <a:off x="54717" y="1963478"/>
            <a:ext cx="3744226" cy="808501"/>
            <a:chOff x="0" y="1051001"/>
            <a:chExt cx="3835167" cy="773579"/>
          </a:xfrm>
        </p:grpSpPr>
        <p:sp>
          <p:nvSpPr>
            <p:cNvPr id="39" name="Rectangle 1">
              <a:extLst>
                <a:ext uri="{FF2B5EF4-FFF2-40B4-BE49-F238E27FC236}">
                  <a16:creationId xmlns:a16="http://schemas.microsoft.com/office/drawing/2014/main" id="{561A8C67-296D-8A4F-C40B-37B02C6356D6}"/>
                </a:ext>
              </a:extLst>
            </p:cNvPr>
            <p:cNvSpPr/>
            <p:nvPr/>
          </p:nvSpPr>
          <p:spPr>
            <a:xfrm>
              <a:off x="0" y="1051001"/>
              <a:ext cx="3835167" cy="7735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86"/>
            </a:p>
          </p:txBody>
        </p:sp>
        <p:pic>
          <p:nvPicPr>
            <p:cNvPr id="40" name="Picture 2" descr="image_10.jpg">
              <a:extLst>
                <a:ext uri="{FF2B5EF4-FFF2-40B4-BE49-F238E27FC236}">
                  <a16:creationId xmlns:a16="http://schemas.microsoft.com/office/drawing/2014/main" id="{1AD30EEA-E864-267F-4103-BA8EEED3B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97021" y="1082979"/>
              <a:ext cx="1131774" cy="71376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3FA57C5-07DE-8B20-D6A6-374A706131EE}"/>
                </a:ext>
              </a:extLst>
            </p:cNvPr>
            <p:cNvSpPr txBox="1"/>
            <p:nvPr/>
          </p:nvSpPr>
          <p:spPr>
            <a:xfrm>
              <a:off x="1325815" y="1148226"/>
              <a:ext cx="2417327" cy="549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4000">
                  <a:latin typeface="HY크리스탈M"/>
                </a:defRPr>
              </a:pPr>
              <a:r>
                <a:rPr sz="1080" dirty="0" err="1"/>
                <a:t>어제와</a:t>
              </a:r>
              <a:r>
                <a:rPr sz="1080" dirty="0"/>
                <a:t> </a:t>
              </a:r>
              <a:r>
                <a:rPr sz="1080" dirty="0" err="1"/>
                <a:t>똑같이</a:t>
              </a:r>
              <a:r>
                <a:rPr sz="1080" dirty="0"/>
                <a:t> </a:t>
              </a:r>
              <a:r>
                <a:rPr sz="1080" dirty="0" err="1"/>
                <a:t>살면서</a:t>
              </a:r>
              <a:r>
                <a:rPr sz="1080" dirty="0"/>
                <a:t> </a:t>
              </a:r>
              <a:r>
                <a:rPr sz="1080" dirty="0" err="1"/>
                <a:t>다른</a:t>
              </a:r>
              <a:r>
                <a:rPr sz="1080" dirty="0"/>
                <a:t> </a:t>
              </a:r>
              <a:r>
                <a:rPr sz="1080" dirty="0" err="1"/>
                <a:t>미래를</a:t>
              </a:r>
              <a:r>
                <a:rPr sz="1080" dirty="0"/>
                <a:t> </a:t>
              </a:r>
              <a:endParaRPr lang="en-US" sz="1080" dirty="0"/>
            </a:p>
            <a:p>
              <a:pPr algn="l">
                <a:defRPr sz="4000">
                  <a:latin typeface="HY크리스탈M"/>
                </a:defRPr>
              </a:pPr>
              <a:r>
                <a:rPr sz="1080" dirty="0" err="1"/>
                <a:t>기대하는</a:t>
              </a:r>
              <a:r>
                <a:rPr sz="1080" dirty="0"/>
                <a:t> </a:t>
              </a:r>
              <a:r>
                <a:rPr sz="1080" dirty="0" err="1"/>
                <a:t>것은</a:t>
              </a:r>
              <a:r>
                <a:rPr sz="1080" dirty="0"/>
                <a:t> </a:t>
              </a:r>
              <a:r>
                <a:rPr sz="1080" dirty="0" err="1"/>
                <a:t>정신병</a:t>
              </a:r>
              <a:r>
                <a:rPr sz="1080" dirty="0"/>
                <a:t> </a:t>
              </a:r>
              <a:r>
                <a:rPr sz="1080" dirty="0" err="1"/>
                <a:t>초기</a:t>
              </a:r>
              <a:r>
                <a:rPr sz="1080" dirty="0"/>
                <a:t> </a:t>
              </a:r>
              <a:r>
                <a:rPr sz="1080" dirty="0" err="1"/>
                <a:t>증세다</a:t>
              </a:r>
              <a:endParaRPr sz="1080" dirty="0"/>
            </a:p>
            <a:p>
              <a:pPr algn="r">
                <a:spcBef>
                  <a:spcPts val="540"/>
                </a:spcBef>
                <a:defRPr sz="3200">
                  <a:latin typeface="HY크리스탈M"/>
                </a:defRPr>
              </a:pPr>
              <a:r>
                <a:rPr sz="864" dirty="0"/>
                <a:t>- </a:t>
              </a:r>
              <a:r>
                <a:rPr sz="864" dirty="0" err="1"/>
                <a:t>알베르트</a:t>
              </a:r>
              <a:r>
                <a:rPr sz="864" dirty="0"/>
                <a:t> </a:t>
              </a:r>
              <a:r>
                <a:rPr sz="864" dirty="0" err="1"/>
                <a:t>아인슈타인</a:t>
              </a:r>
              <a:endParaRPr sz="864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6DF"/>
            </a:gs>
            <a:gs pos="100000">
              <a:srgbClr val="DFF2F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재능은 게임을 이기게 하지만, 팀워크와 이해관계는 진정한 우승을 가져다줍니다.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마이클 조던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AFDEC"/>
            </a:gs>
            <a:gs pos="100000">
              <a:srgbClr val="FDEDF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만남은 시작이고, 대화는 진보이며, 협력은 성공이라는 것을 항상 기억하십시오.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헨리 포드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EEDEE"/>
            </a:gs>
            <a:gs pos="100000">
              <a:srgbClr val="DEEAF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팀워크는 평범한 사람들이 비범한 결과를 낼 수 있도록 만드는 원동력입니다.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앤드류 카네기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8FE"/>
            </a:gs>
            <a:gs pos="100000">
              <a:srgbClr val="F9EFDC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우리가 들이마시는 공기처럼, 신뢰 없이는 어떤 팀도 생존할 수 없습니다.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워렌 버핏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E3EB"/>
            </a:gs>
            <a:gs pos="100000">
              <a:srgbClr val="DFE2E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당신의 전략이 아무리 뛰어나도, 혼자 게임을 한다면 언제나 팀에게 질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리드 호프만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E8FC"/>
            </a:gs>
            <a:gs pos="100000">
              <a:srgbClr val="FAF4E4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훌륭한 팀은 서로 감추는 것이 없으며, 문제를 두려워하지 않고 함께 해결합니다.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에드 캣멀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4EEEB"/>
            </a:gs>
            <a:gs pos="100000">
              <a:srgbClr val="E0E4DD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조직을 승리로 이끄는 힘은 25%의 실력과 75%의 팀워크에서 나옵니다.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딕 버메일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AE6ED"/>
            </a:gs>
            <a:gs pos="100000">
              <a:srgbClr val="ECDEE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위대한 일은 결코 한 사람이 아니라, 헌신적인 팀에 의해 비로소 완성됩니다.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스티브 잡스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5FDF5"/>
            </a:gs>
            <a:gs pos="100000">
              <a:srgbClr val="E1DDE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개별적으로 우리는 한 방울의 물이지만, 함께 모이면 우리는 거대한 바다가 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류노스케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1F4E5"/>
            </a:gs>
            <a:gs pos="100000">
              <a:srgbClr val="F9F3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위험을 감수하지 않는 것이야말로 인생에서 가장 큰 위험이라는 것을 명심하십시오.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스티븐 코비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AEBF1"/>
            </a:gs>
            <a:gs pos="100000">
              <a:srgbClr val="F5E8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배는 항구에 정박해 있을 때 가장 안전하지만, 그것이 배가 만들어진 존재 이유는 아닙니다.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존 A. 셰드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F9F5"/>
            </a:gs>
            <a:gs pos="100000">
              <a:srgbClr val="DCF0F0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가장 강한 종이 살아남는 것이 아니라, 변화에 가장 잘 적응하는 종이 살아남습니다.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찰스 다윈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FE7"/>
            </a:gs>
            <a:gs pos="100000">
              <a:srgbClr val="DDDFDC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안락함의 지대에서 벗어나십시오. 편안함의 끝에서야 비로소 진정한 성장이 시작됩니다.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로이 T. 베넷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EAF1"/>
            </a:gs>
            <a:gs pos="100000">
              <a:srgbClr val="FEE8E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아무것도 하지 않으면 의심과 공포가 생겨나고, 행동하면 자신감과 용기가 생겨납니다.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데일 카네기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2F0E6"/>
            </a:gs>
            <a:gs pos="100000">
              <a:srgbClr val="E5F4D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미래를 예측하는 가장 훌륭하고 확실한 방법은 스스로 미래를 창조하는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피터 드러커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EEADD"/>
            </a:gs>
            <a:gs pos="100000">
              <a:srgbClr val="FCFEF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실패는 다시 시작할 수 있는 기회이며, 이번에는 더 현명하게 시작할 수 있다는 뜻입니다.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헨리 포드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2DCFC"/>
            </a:gs>
            <a:gs pos="100000">
              <a:srgbClr val="E7F5E5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100퍼센트의 확신이 들 때까지 기다린다면, 그때는 이미 늦은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하워드 슐츠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E2E6"/>
            </a:gs>
            <a:gs pos="100000">
              <a:srgbClr val="EAEADE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시도해보지 않고는 그 누구도 자신이 얼마만큼 해낼 수 있는지 알지 못합니다.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푸블릴리우스 시루스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8EF"/>
            </a:gs>
            <a:gs pos="100000">
              <a:srgbClr val="E7EBE7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당신의 재능이 아니라 당신의 태도가 당신의 인생의 높이를 결정할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지그 지글러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EA"/>
            </a:gs>
            <a:gs pos="100000">
              <a:srgbClr val="E8DEE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당신이 할 수 있다고 믿든 할 수 없다고 믿든, 당신이 믿는 대로 될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헨리 포드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EAF6"/>
            </a:gs>
            <a:gs pos="100000">
              <a:srgbClr val="ECE0E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비관론자는 모든 기회에서 어려움을 찾아내고, 낙관론자는 모든 어려움에서 기회를 찾아냅니다.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윈스턴 처칠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7EDF7"/>
            </a:gs>
            <a:gs pos="100000">
              <a:srgbClr val="DCEEF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행복해서 웃는 것이 아니라, 웃기 때문에 행복해진다는 사실을 잊지 마십시오.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윌리엄 제임스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DF8EB"/>
            </a:gs>
            <a:gs pos="100000">
              <a:srgbClr val="EFDEF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얼굴을 언제나 태양으로 향하십시오. 그러면 그림자는 당신의 뒤로 물러날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헬렌 켈러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5E5"/>
            </a:gs>
            <a:gs pos="100000">
              <a:srgbClr val="E9FBE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진정한 발견은 새로운 땅을 찾는 것이 아니라, 새로운 눈으로 세상을 보는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마르셀 프루스트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FE0"/>
            </a:gs>
            <a:gs pos="100000">
              <a:srgbClr val="E4F4F4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내가 헛되이 보낸 오늘은 어제 죽은 이가 그토록 갈망하던 내일임을 기억하십시오.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소포클레스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1DD"/>
            </a:gs>
            <a:gs pos="100000">
              <a:srgbClr val="EAEBF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위대한 업적은 대게 커다란 위험을 감수한 결과라는 것을 역사가 증명합니다.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헤로도토스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EBE8"/>
            </a:gs>
            <a:gs pos="100000">
              <a:srgbClr val="FDE1D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생각하는 대로 살지 않으면, 머지않아 사는 대로 생각하게 될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폴 발레리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E5FC"/>
            </a:gs>
            <a:gs pos="100000">
              <a:srgbClr val="F6EAE6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 dirty="0" err="1"/>
              <a:t>성공한</a:t>
            </a:r>
            <a:r>
              <a:rPr sz="1080" dirty="0"/>
              <a:t> </a:t>
            </a:r>
            <a:r>
              <a:rPr sz="1080" dirty="0" err="1"/>
              <a:t>사람이</a:t>
            </a:r>
            <a:r>
              <a:rPr sz="1080" dirty="0"/>
              <a:t> </a:t>
            </a:r>
            <a:r>
              <a:rPr sz="1080" dirty="0" err="1"/>
              <a:t>되려</a:t>
            </a:r>
            <a:r>
              <a:rPr sz="1080" dirty="0"/>
              <a:t> </a:t>
            </a:r>
            <a:r>
              <a:rPr sz="1080" dirty="0" err="1"/>
              <a:t>하기보다는</a:t>
            </a:r>
            <a:r>
              <a:rPr sz="1080" dirty="0"/>
              <a:t> </a:t>
            </a:r>
            <a:r>
              <a:rPr sz="1080" dirty="0" err="1"/>
              <a:t>가치</a:t>
            </a:r>
            <a:r>
              <a:rPr sz="1080" dirty="0"/>
              <a:t> </a:t>
            </a:r>
            <a:r>
              <a:rPr sz="1080" dirty="0" err="1"/>
              <a:t>있는</a:t>
            </a:r>
            <a:r>
              <a:rPr sz="1080" dirty="0"/>
              <a:t> </a:t>
            </a:r>
            <a:r>
              <a:rPr sz="1080" dirty="0" err="1"/>
              <a:t>사람이</a:t>
            </a:r>
            <a:r>
              <a:rPr sz="1080" dirty="0"/>
              <a:t> </a:t>
            </a:r>
            <a:r>
              <a:rPr sz="1080" dirty="0" err="1"/>
              <a:t>되기</a:t>
            </a:r>
            <a:r>
              <a:rPr sz="1080" dirty="0"/>
              <a:t> </a:t>
            </a:r>
            <a:r>
              <a:rPr sz="1080" dirty="0" err="1"/>
              <a:t>위해</a:t>
            </a:r>
            <a:r>
              <a:rPr sz="1080" dirty="0"/>
              <a:t> </a:t>
            </a:r>
            <a:r>
              <a:rPr sz="1080" dirty="0" err="1"/>
              <a:t>노력하십시오</a:t>
            </a:r>
            <a:r>
              <a:rPr sz="1080" dirty="0"/>
              <a:t>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 dirty="0"/>
              <a:t>- </a:t>
            </a:r>
            <a:r>
              <a:rPr sz="864" dirty="0" err="1"/>
              <a:t>알베르트</a:t>
            </a:r>
            <a:r>
              <a:rPr sz="864" dirty="0"/>
              <a:t> </a:t>
            </a:r>
            <a:r>
              <a:rPr sz="864" dirty="0" err="1"/>
              <a:t>아인슈타인</a:t>
            </a:r>
            <a:endParaRPr sz="86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4F6"/>
            </a:gs>
            <a:gs pos="100000">
              <a:srgbClr val="F2E2D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성공이란 열정을 잃지 않고 실패에서 실패로 거듭 나아가는 능력입니다.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윈스턴 처칠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F9F4"/>
            </a:gs>
            <a:gs pos="100000">
              <a:srgbClr val="FCE9F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꿈을 꿀 수 있다면 이룰 수도 있습니다. 내 모든 것이 꿈에서 시작되었다는 것을 기억하십시오.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월트 디즈니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3F6"/>
            </a:gs>
            <a:gs pos="100000">
              <a:srgbClr val="E0EDD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천재는 1퍼센트의 영감과 99퍼센트의 땀과 노력으로 만들어지는 것입니다.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토마스 에디슨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E5FC"/>
            </a:gs>
            <a:gs pos="100000">
              <a:srgbClr val="DEE0FD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우리는 우리가 반복적으로 하는 행동 그 자체입니다. 그러므로 탁월함은 행동이 아니라 습관입니다.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아리스토텔레스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FED"/>
            </a:gs>
            <a:gs pos="100000">
              <a:srgbClr val="DDECE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계획 없는 목표는 한낱 꿈에 불과하며, 실행 없는 계획은 시간 낭비일 뿐입니다.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생텍쥐페리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1E7FC"/>
            </a:gs>
            <a:gs pos="100000">
              <a:srgbClr val="DFEDE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승리는 대개 끈기 있게 노력하는 자에게 돌아간다는 사실을 잊지 마십시오.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빈스 롬바르디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E6F4"/>
            </a:gs>
            <a:gs pos="100000">
              <a:srgbClr val="DDE4FE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장애물은 당신이 목표에서 눈을 뗐을 때 비로소 보이게 되는 무서운 것들입니다.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헨리 포드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EDF1"/>
            </a:gs>
            <a:gs pos="100000">
              <a:srgbClr val="FBEAE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누군가 그늘에 앉아 쉴 수 있는 건, 오래전 다른 누군가가 나무를 심었기 때문입니다.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워렌 버핏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E3ED"/>
            </a:gs>
            <a:gs pos="100000">
              <a:srgbClr val="DEF7EC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인내는 쓰지만 그 열매는 달다는 것을 기억하고 끝까지 포기하지 마십시오.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장 자크 루소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DEFD"/>
            </a:gs>
            <a:gs pos="100000">
              <a:srgbClr val="EBF7F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성공이 노력보다 먼저 나오는 곳은 이 세상에서 오직 영어 사전뿐입니다.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비달 사순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DEC"/>
            </a:gs>
            <a:gs pos="100000">
              <a:srgbClr val="E0E6E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배움을 멈추는 사람은 스무 살이든 여든 살이든 늙은 것과 다름없습니다.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헨리 포드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DF3E1"/>
            </a:gs>
            <a:gs pos="100000">
              <a:srgbClr val="E5DEE9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리더십은 다음 세대를 위한 기회를 만들어내는 것이지, 다음 선거를 준비하는 것이 아닙니다.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제임스 프리먼 클라크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DE4E4"/>
            </a:gs>
            <a:gs pos="100000">
              <a:srgbClr val="F6DFEC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남보다 더 잘하려고 하지 말고, 어제의 나보다 더 잘하려고 노력하십시오.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윌리엄 포크너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EFFB"/>
            </a:gs>
            <a:gs pos="100000">
              <a:srgbClr val="EDE6E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 dirty="0" err="1"/>
              <a:t>질문을</a:t>
            </a:r>
            <a:r>
              <a:rPr sz="1080" dirty="0"/>
              <a:t> </a:t>
            </a:r>
            <a:r>
              <a:rPr sz="1080" dirty="0" err="1"/>
              <a:t>잊지</a:t>
            </a:r>
            <a:r>
              <a:rPr sz="1080" dirty="0"/>
              <a:t> </a:t>
            </a:r>
            <a:r>
              <a:rPr sz="1080" dirty="0" err="1"/>
              <a:t>않는</a:t>
            </a:r>
            <a:r>
              <a:rPr sz="1080" dirty="0"/>
              <a:t> </a:t>
            </a:r>
            <a:r>
              <a:rPr sz="1080" dirty="0" err="1"/>
              <a:t>것이야말로</a:t>
            </a:r>
            <a:r>
              <a:rPr sz="1080" dirty="0"/>
              <a:t> </a:t>
            </a:r>
            <a:r>
              <a:rPr sz="1080" dirty="0" err="1"/>
              <a:t>지식을</a:t>
            </a:r>
            <a:r>
              <a:rPr sz="1080" dirty="0"/>
              <a:t> </a:t>
            </a:r>
            <a:r>
              <a:rPr sz="1080" dirty="0" err="1"/>
              <a:t>넓히고</a:t>
            </a:r>
            <a:r>
              <a:rPr sz="1080" dirty="0"/>
              <a:t> </a:t>
            </a:r>
            <a:r>
              <a:rPr sz="1080" dirty="0" err="1"/>
              <a:t>지혜를</a:t>
            </a:r>
            <a:r>
              <a:rPr sz="1080" dirty="0"/>
              <a:t> </a:t>
            </a:r>
            <a:r>
              <a:rPr sz="1080" dirty="0" err="1"/>
              <a:t>얻는</a:t>
            </a:r>
            <a:r>
              <a:rPr sz="1080" dirty="0"/>
              <a:t> </a:t>
            </a:r>
            <a:r>
              <a:rPr sz="1080" dirty="0" err="1"/>
              <a:t>가장</a:t>
            </a:r>
            <a:r>
              <a:rPr sz="1080" dirty="0"/>
              <a:t> </a:t>
            </a:r>
            <a:r>
              <a:rPr sz="1080" dirty="0" err="1"/>
              <a:t>빠른</a:t>
            </a:r>
            <a:r>
              <a:rPr sz="1080" dirty="0"/>
              <a:t> </a:t>
            </a:r>
            <a:r>
              <a:rPr sz="1080" dirty="0" err="1"/>
              <a:t>길입니다</a:t>
            </a:r>
            <a:r>
              <a:rPr sz="1080" dirty="0"/>
              <a:t>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 dirty="0"/>
              <a:t>- </a:t>
            </a:r>
            <a:r>
              <a:rPr sz="864" dirty="0" err="1"/>
              <a:t>알베르트</a:t>
            </a:r>
            <a:r>
              <a:rPr sz="864" dirty="0"/>
              <a:t> </a:t>
            </a:r>
            <a:r>
              <a:rPr sz="864" dirty="0" err="1"/>
              <a:t>아인슈타인</a:t>
            </a:r>
            <a:endParaRPr sz="864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4F7F8"/>
            </a:gs>
            <a:gs pos="100000">
              <a:srgbClr val="EADDE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지식에 투자하는 것이야말로 언제나 가장 높은 이자를 지불해 준다는 것을 잊지 마십시오.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벤자민 프랭클린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FF1"/>
            </a:gs>
            <a:gs pos="100000">
              <a:srgbClr val="FDFC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시간을 지배할 줄 아는 사람은 인생을 지배할 줄 아는 사람입니다.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에센바흐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CF3F0"/>
            </a:gs>
            <a:gs pos="100000">
              <a:srgbClr val="F9EADD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가장 유능한 사람은 가장 배울 점이 많은 사람이라는 것을 잊지 마십시오.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괴테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EDDF"/>
            </a:gs>
            <a:gs pos="100000">
              <a:srgbClr val="E2FCE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30"/>
            <a:ext cx="2868123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리더는 길을 아는 사람이고, 길을 가는 사람이며, 길을 보여주는 사람입니다.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존 맥스웰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DEFD"/>
            </a:gs>
            <a:gs pos="100000">
              <a:srgbClr val="F6FAE6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아는 것만으로는 충분하지 않습니다. 적용해야 합니다. 의지만으로는 충분하지 않습니다. 실행해야 합니다.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괴테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7E2E2"/>
            </a:gs>
            <a:gs pos="100000">
              <a:srgbClr val="E0E5F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01"/>
            <a:ext cx="3840368" cy="77779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6"/>
          </a:p>
        </p:txBody>
      </p:sp>
      <p:pic>
        <p:nvPicPr>
          <p:cNvPr id="3" name="Picture 2" descr="image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" y="1196842"/>
            <a:ext cx="680572" cy="486123"/>
          </a:xfrm>
          <a:prstGeom prst="round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5024" y="1148226"/>
            <a:ext cx="2868123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latin typeface="HY크리스탈M"/>
              </a:defRPr>
            </a:pPr>
            <a:r>
              <a:rPr sz="1080"/>
              <a:t>인생에서 가장 큰 영광은 넘어지지 않는 것이 아니라, 넘어질 때마다 다시 일어서는 데 있습니다.</a:t>
            </a:r>
          </a:p>
          <a:p>
            <a:pPr algn="r">
              <a:spcBef>
                <a:spcPts val="540"/>
              </a:spcBef>
              <a:defRPr sz="3200">
                <a:latin typeface="HY크리스탈M"/>
              </a:defRPr>
            </a:pPr>
            <a:r>
              <a:rPr sz="864"/>
              <a:t>- 넬슨 만델라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784</Words>
  <Application>Microsoft Office PowerPoint</Application>
  <PresentationFormat>사용자 지정</PresentationFormat>
  <Paragraphs>106</Paragraphs>
  <Slides>49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김승민</cp:lastModifiedBy>
  <cp:revision>8</cp:revision>
  <cp:lastPrinted>2026-01-27T05:18:01Z</cp:lastPrinted>
  <dcterms:created xsi:type="dcterms:W3CDTF">2013-01-27T09:14:16Z</dcterms:created>
  <dcterms:modified xsi:type="dcterms:W3CDTF">2026-01-27T05:30:39Z</dcterms:modified>
  <cp:category/>
</cp:coreProperties>
</file>